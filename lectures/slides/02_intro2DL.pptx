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60" r:id="rId3"/>
    <p:sldId id="257" r:id="rId4"/>
    <p:sldId id="262" r:id="rId5"/>
    <p:sldId id="258" r:id="rId6"/>
    <p:sldId id="259" r:id="rId7"/>
    <p:sldId id="261" r:id="rId8"/>
    <p:sldId id="30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94719"/>
  </p:normalViewPr>
  <p:slideViewPr>
    <p:cSldViewPr snapToGrid="0">
      <p:cViewPr varScale="1">
        <p:scale>
          <a:sx n="148" d="100"/>
          <a:sy n="148" d="100"/>
        </p:scale>
        <p:origin x="11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03742-841B-5141-9339-452F2F208650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602D5-72DD-E249-B5EC-9CCC03D25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3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F6462-75A1-5B44-B7F8-62528B43AA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73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1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53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7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4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6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97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2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6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0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45C9152-8820-0349-9335-3348648E5959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F82D222-AAF4-2C4C-986C-DBC8324C6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81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challin1@jh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ntdex/nnfs_book/tree/main" TargetMode="External"/><Relationship Id="rId2" Type="http://schemas.openxmlformats.org/officeDocument/2006/relationships/hyperlink" Target="https://nnfs.io/ord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forms.gle/QwjjUPFD8YFThhyL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black and white image&#10;&#10;Description automatically generated">
            <a:extLst>
              <a:ext uri="{FF2B5EF4-FFF2-40B4-BE49-F238E27FC236}">
                <a16:creationId xmlns:a16="http://schemas.microsoft.com/office/drawing/2014/main" id="{F57DDEF9-0E03-C5A9-F039-2DD0B2FBEC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37" t="16987" r="13818" b="14752"/>
          <a:stretch/>
        </p:blipFill>
        <p:spPr>
          <a:xfrm rot="10800000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88A93D6-1F5C-2D64-0DED-6E45224CC2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50371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51D3B-CEF6-2642-3ED4-D29F25A6E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Deep Learning in Spatial Transcriptomics</a:t>
            </a:r>
            <a:br>
              <a:rPr lang="en-US" dirty="0"/>
            </a:br>
            <a:r>
              <a:rPr lang="en-US" sz="4900" dirty="0"/>
              <a:t>Intro to Neural Networks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31B37-098F-FC31-F9AA-5D07BDF4C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Caleb Hallinan</a:t>
            </a:r>
          </a:p>
          <a:p>
            <a:r>
              <a:rPr lang="en-US" dirty="0"/>
              <a:t>09/08/2025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73F7B-A55A-EEAE-779A-DC47E678271E}"/>
              </a:ext>
            </a:extLst>
          </p:cNvPr>
          <p:cNvSpPr txBox="1"/>
          <p:nvPr/>
        </p:nvSpPr>
        <p:spPr>
          <a:xfrm>
            <a:off x="10083731" y="6596390"/>
            <a:ext cx="21082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10x Xenium Breast Cancer Data</a:t>
            </a:r>
          </a:p>
        </p:txBody>
      </p:sp>
    </p:spTree>
    <p:extLst>
      <p:ext uri="{BB962C8B-B14F-4D97-AF65-F5344CB8AC3E}">
        <p14:creationId xmlns:p14="http://schemas.microsoft.com/office/powerpoint/2010/main" val="237362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1AED-0FDE-A719-257F-A38EA8AE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3A44A-9E21-B971-4E59-BBBA128E5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en-US" dirty="0"/>
              <a:t>No class next week </a:t>
            </a:r>
            <a:r>
              <a:rPr lang="en-US" dirty="0">
                <a:sym typeface="Wingdings" pitchFamily="2" charset="2"/>
              </a:rPr>
              <a:t></a:t>
            </a:r>
          </a:p>
          <a:p>
            <a:pPr lvl="1"/>
            <a:r>
              <a:rPr lang="en-US" dirty="0">
                <a:sym typeface="Wingdings" pitchFamily="2" charset="2"/>
              </a:rPr>
              <a:t>I will send an announcement on Canvas as a reminder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The class the following week (9/22) will be on zoom!</a:t>
            </a:r>
          </a:p>
          <a:p>
            <a:pPr lvl="1"/>
            <a:r>
              <a:rPr lang="en-US" dirty="0">
                <a:sym typeface="Wingdings" pitchFamily="2" charset="2"/>
              </a:rPr>
              <a:t>I will send zoom link closer to then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/>
              <a:t>Feel free to reach out if you ever have any questions or want to meet!</a:t>
            </a:r>
          </a:p>
          <a:p>
            <a:pPr lvl="1"/>
            <a:r>
              <a:rPr lang="en-US" dirty="0">
                <a:hlinkClick r:id="rId2"/>
              </a:rPr>
              <a:t>challin1@jh.edu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73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AF83-08C4-5629-3B3C-3B80C264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Class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882B6-3B60-D309-E7A9-0B2F7A003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486720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Brief refresher on Spatial Transcriptomics</a:t>
            </a:r>
          </a:p>
          <a:p>
            <a:r>
              <a:rPr lang="en-US" dirty="0"/>
              <a:t>What is a neural network? Coding in python</a:t>
            </a:r>
          </a:p>
          <a:p>
            <a:pPr lvl="1"/>
            <a:r>
              <a:rPr lang="en-US" dirty="0"/>
              <a:t>2-3 classes</a:t>
            </a:r>
          </a:p>
          <a:p>
            <a:r>
              <a:rPr lang="en-US" dirty="0"/>
              <a:t>What is a convolutional neural network? Coding in python</a:t>
            </a:r>
          </a:p>
          <a:p>
            <a:pPr lvl="1"/>
            <a:r>
              <a:rPr lang="en-US" dirty="0"/>
              <a:t>1 class</a:t>
            </a:r>
          </a:p>
          <a:p>
            <a:r>
              <a:rPr lang="en-US" dirty="0"/>
              <a:t>Pytorch crash course</a:t>
            </a:r>
          </a:p>
          <a:p>
            <a:pPr lvl="1"/>
            <a:r>
              <a:rPr lang="en-US" dirty="0"/>
              <a:t>2 classes</a:t>
            </a:r>
          </a:p>
          <a:p>
            <a:r>
              <a:rPr lang="en-US" dirty="0"/>
              <a:t>Discussion of Spatial Transcriptomics analyses performed. Reading in ST data to python</a:t>
            </a:r>
          </a:p>
          <a:p>
            <a:pPr lvl="1"/>
            <a:r>
              <a:rPr lang="en-US" dirty="0"/>
              <a:t>1 class</a:t>
            </a:r>
          </a:p>
          <a:p>
            <a:r>
              <a:rPr lang="en-US" dirty="0"/>
              <a:t>Discussion of DL applications to ST data</a:t>
            </a:r>
          </a:p>
          <a:p>
            <a:pPr lvl="1"/>
            <a:r>
              <a:rPr lang="en-US" dirty="0"/>
              <a:t>1 class</a:t>
            </a:r>
          </a:p>
          <a:p>
            <a:r>
              <a:rPr lang="en-US" dirty="0"/>
              <a:t>Using what we have learned to do this ^</a:t>
            </a:r>
          </a:p>
          <a:p>
            <a:pPr lvl="1"/>
            <a:r>
              <a:rPr lang="en-US" dirty="0"/>
              <a:t>1 class</a:t>
            </a:r>
          </a:p>
        </p:txBody>
      </p:sp>
    </p:spTree>
    <p:extLst>
      <p:ext uri="{BB962C8B-B14F-4D97-AF65-F5344CB8AC3E}">
        <p14:creationId xmlns:p14="http://schemas.microsoft.com/office/powerpoint/2010/main" val="814349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6F84-31B9-2C62-C795-257C52D1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E468-7889-0CE9-1E10-E198FE819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Class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EEA4-114B-0FE8-A7F0-9CAA53DF1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4867201"/>
          </a:xfrm>
        </p:spPr>
        <p:txBody>
          <a:bodyPr>
            <a:normAutofit/>
          </a:bodyPr>
          <a:lstStyle/>
          <a:p>
            <a:r>
              <a:rPr lang="en-US" dirty="0"/>
              <a:t>Truly understand how a neural network functions</a:t>
            </a:r>
          </a:p>
          <a:p>
            <a:endParaRPr lang="en-US" dirty="0"/>
          </a:p>
          <a:p>
            <a:r>
              <a:rPr lang="en-US" dirty="0"/>
              <a:t>Given a modified neural network (visually or code), you can parse out how it works because you understand the basics</a:t>
            </a:r>
          </a:p>
          <a:p>
            <a:endParaRPr lang="en-US" dirty="0"/>
          </a:p>
          <a:p>
            <a:r>
              <a:rPr lang="en-US" dirty="0"/>
              <a:t>Basic understanding of spatial transcriptomics – what it is and how it works</a:t>
            </a:r>
          </a:p>
          <a:p>
            <a:endParaRPr lang="en-US" dirty="0"/>
          </a:p>
          <a:p>
            <a:r>
              <a:rPr lang="en-US" dirty="0"/>
              <a:t>Finally, how DL can be applied to ST</a:t>
            </a:r>
          </a:p>
        </p:txBody>
      </p:sp>
    </p:spTree>
    <p:extLst>
      <p:ext uri="{BB962C8B-B14F-4D97-AF65-F5344CB8AC3E}">
        <p14:creationId xmlns:p14="http://schemas.microsoft.com/office/powerpoint/2010/main" val="403815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6AE8-2220-3A27-0C8B-D3FA573F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GitHub for class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950227-EE1A-2EE8-9761-E6EBC44A8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345" y="1343818"/>
            <a:ext cx="8105310" cy="43513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288D3E-7FDD-93C9-AB26-2654378A1FEC}"/>
              </a:ext>
            </a:extLst>
          </p:cNvPr>
          <p:cNvSpPr txBox="1"/>
          <p:nvPr/>
        </p:nvSpPr>
        <p:spPr>
          <a:xfrm>
            <a:off x="1832974" y="6038490"/>
            <a:ext cx="852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public, recommend connecting to local folder as we will begin using code today</a:t>
            </a:r>
          </a:p>
        </p:txBody>
      </p:sp>
    </p:spTree>
    <p:extLst>
      <p:ext uri="{BB962C8B-B14F-4D97-AF65-F5344CB8AC3E}">
        <p14:creationId xmlns:p14="http://schemas.microsoft.com/office/powerpoint/2010/main" val="988461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5675F-380A-09AB-76F1-3F73B28A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Networks from Scratch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EC628-F4D9-1C43-744E-DE2B86286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https://nnfs.io/order</a:t>
            </a:r>
            <a:endParaRPr lang="en-US" dirty="0"/>
          </a:p>
          <a:p>
            <a:r>
              <a:rPr lang="en-US" dirty="0">
                <a:hlinkClick r:id="rId3"/>
              </a:rPr>
              <a:t>https://github.com/Sentdex/nnfs_book/tree/main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3BAC51-7B6F-80CA-897C-CC9E695E1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110542"/>
            <a:ext cx="7772400" cy="34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8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E396-95C9-85DF-2ECE-73D107DF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Today’s coding</a:t>
            </a:r>
          </a:p>
        </p:txBody>
      </p:sp>
      <p:pic>
        <p:nvPicPr>
          <p:cNvPr id="1030" name="Picture 6" descr="Forward and backward propagation">
            <a:extLst>
              <a:ext uri="{FF2B5EF4-FFF2-40B4-BE49-F238E27FC236}">
                <a16:creationId xmlns:a16="http://schemas.microsoft.com/office/drawing/2014/main" id="{B15F4531-29D3-EB0E-E41B-52E0153BB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567" y="1915063"/>
            <a:ext cx="6998861" cy="420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9F0BE2-AE9C-0A6D-6706-87BD02C9D469}"/>
              </a:ext>
            </a:extLst>
          </p:cNvPr>
          <p:cNvSpPr txBox="1"/>
          <p:nvPr/>
        </p:nvSpPr>
        <p:spPr>
          <a:xfrm>
            <a:off x="4200832" y="1343818"/>
            <a:ext cx="3790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 NN do forward propagation?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CEE68-96FE-7773-55D5-62045CF89A85}"/>
              </a:ext>
            </a:extLst>
          </p:cNvPr>
          <p:cNvSpPr txBox="1"/>
          <p:nvPr/>
        </p:nvSpPr>
        <p:spPr>
          <a:xfrm>
            <a:off x="3575499" y="6317459"/>
            <a:ext cx="5151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class: How do NN do backward propagation?</a:t>
            </a:r>
          </a:p>
        </p:txBody>
      </p:sp>
    </p:spTree>
    <p:extLst>
      <p:ext uri="{BB962C8B-B14F-4D97-AF65-F5344CB8AC3E}">
        <p14:creationId xmlns:p14="http://schemas.microsoft.com/office/powerpoint/2010/main" val="330554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0583-2A51-A5A4-43C8-2A2A65E3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252"/>
            <a:ext cx="10515600" cy="1325563"/>
          </a:xfrm>
        </p:spPr>
        <p:txBody>
          <a:bodyPr/>
          <a:lstStyle/>
          <a:p>
            <a:r>
              <a:rPr lang="en-US" dirty="0"/>
              <a:t>Reflection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1B065-8C03-EE43-9821-F355A4E71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Essentially a means to help me make this class better!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something that you learned in today's lecture?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something that you are still confused about from today's lecture?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you have any other comments/feedback/thoughts/suggestions/concerns?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F5594-9FDF-AFCB-CAF3-A16B0830A5B8}"/>
              </a:ext>
            </a:extLst>
          </p:cNvPr>
          <p:cNvSpPr txBox="1"/>
          <p:nvPr/>
        </p:nvSpPr>
        <p:spPr>
          <a:xfrm>
            <a:off x="2616937" y="5908100"/>
            <a:ext cx="7025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linkClick r:id="rId2"/>
              </a:rPr>
              <a:t>https://forms.gle/QwjjUPFD8YFThhyL9</a:t>
            </a:r>
            <a:endParaRPr lang="en-US" sz="3200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2168111-84C6-A76F-4B6A-ABAE9215E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29996"/>
            <a:ext cx="5991157" cy="17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02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2257</TotalTime>
  <Words>323</Words>
  <Application>Microsoft Macintosh PowerPoint</Application>
  <PresentationFormat>Widescreen</PresentationFormat>
  <Paragraphs>53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Deep Learning in Spatial Transcriptomics Intro to Neural Networks</vt:lpstr>
      <vt:lpstr>Announcements</vt:lpstr>
      <vt:lpstr>Class outline</vt:lpstr>
      <vt:lpstr>Class goals</vt:lpstr>
      <vt:lpstr>GitHub for class</vt:lpstr>
      <vt:lpstr>Neural Networks from Scratch in Python</vt:lpstr>
      <vt:lpstr>Today’s coding</vt:lpstr>
      <vt:lpstr>Reflection Cards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Hallinan</dc:creator>
  <cp:lastModifiedBy>Caleb Hallinan</cp:lastModifiedBy>
  <cp:revision>31</cp:revision>
  <dcterms:created xsi:type="dcterms:W3CDTF">2024-11-01T01:37:18Z</dcterms:created>
  <dcterms:modified xsi:type="dcterms:W3CDTF">2025-09-08T13:09:21Z</dcterms:modified>
</cp:coreProperties>
</file>